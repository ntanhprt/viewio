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Bai thuyet trinh mau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MinIO viewer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 dung Tieng Viet</a:t>
            </a:r>
          </a:p>
          <a:p>
            <a:r>
              <a:t>Dong hai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